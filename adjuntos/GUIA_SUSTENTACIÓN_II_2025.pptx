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/0JGbqthTae9x1uOYA4R0dhf0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5001491" y="568037"/>
            <a:ext cx="7079299" cy="21197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Arial"/>
              <a:buNone/>
            </a:pPr>
            <a:r>
              <a:rPr b="1" lang="es-MX" sz="32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PROYECTO DE CURSO </a:t>
            </a:r>
            <a:br>
              <a:rPr b="1" lang="es-MX" sz="32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MX" sz="32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DISEÑO MECATRÓNICO </a:t>
            </a:r>
            <a:br>
              <a:rPr b="1" lang="es-MX" sz="32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MX" sz="32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II 2025</a:t>
            </a:r>
            <a:endParaRPr b="1" sz="32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6886458" y="3540254"/>
            <a:ext cx="3958282" cy="302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 sz="2000"/>
              <a:t>INGENIERÍA EN MECATRÓNICA</a:t>
            </a:r>
            <a:endParaRPr b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0" y="1912222"/>
            <a:ext cx="12192000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NOMBRE DEL GRUPO Y PROYECTO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0" y="2951018"/>
            <a:ext cx="12192000" cy="1970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MX" sz="1400">
                <a:latin typeface="Arial"/>
                <a:ea typeface="Arial"/>
                <a:cs typeface="Arial"/>
                <a:sym typeface="Arial"/>
              </a:rPr>
              <a:t>NOMBRES Y APELLIDOS DE LOS INTEGRANTES DEL GRUPO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18728" y="2029326"/>
            <a:ext cx="9788611" cy="648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El tipo de fuente que se debe utilizar para el cuerpo de la diapositiva es la Arial normal y para los títulos Arial, tamaño 20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Breve descripción de la motivación del proyecto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METODOLOGÍA DE DISEÑO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PREFERIBLEMENTE CON UN DIAGRAMA DE FLUJO MOSTRAR EL PROCESO DE DISEÑO SEGUIDO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REVISION DOCUMENTAL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1456038" y="2888307"/>
            <a:ext cx="9788611" cy="21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Síntesis de los documentos consultados con énfasis en el que sirvió de referencia principal para el modelado cinemático y dinámico (selección de actuadores)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IDENTIFICACIÓN Y DELIMILTACIÓN DEL PROYECTO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CASA DE LA CALIDAD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ESPECIFICACIONES DE DISEÑO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DESCOMPOSICIÓN FUNCIONAL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ALTERNATIVAS DE SOLUCION – SELECCIÓN ALTERNATIVA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Bocetos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Matriz de selección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DISEÑO MECÁNICO</a:t>
            </a:r>
            <a:b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1774693" y="1835362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CONJUNTO CON VALIDACIÓN POR ELEMENTOS FINITOS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MODELADO Y CONTROL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Descripción de la estrategia de control utilizada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Simulaciones del control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DISEÑO ELECTRÓNICO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Selección de sensorica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Selección de la batería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Sistema de procesamiento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DISEÑO DE INTERFAZ CON EL USUARIO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Criterios de desarrollo de la interfaz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Funcionamiento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Sinapsis del proceso  constructivo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PRUEBAS Y ANÁLISIS DE RESULTADO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Número de pruebas realizada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Análisis de resultados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EVALUACION FINANCIERA DEL PROYECTO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Análisis de costos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Costo de dispositivos similares en el mercado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3693435" y="512913"/>
            <a:ext cx="7636475" cy="648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None/>
            </a:pPr>
            <a:r>
              <a:rPr b="1" lang="es-MX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CONCLUSIONES Y TRABAJO A FUTURO</a:t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1456038" y="2888307"/>
            <a:ext cx="9788611" cy="24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>
                <a:latin typeface="Arial"/>
                <a:ea typeface="Arial"/>
                <a:cs typeface="Arial"/>
                <a:sym typeface="Arial"/>
              </a:rPr>
              <a:t>Las conclusiones deben ser coherentes con los objetivos planteados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2023-08-23T16:27:47Z</dcterms:created>
  <dc:creator>Armando Bohorquez Aparicio</dc:creator>
</cp:coreProperties>
</file>